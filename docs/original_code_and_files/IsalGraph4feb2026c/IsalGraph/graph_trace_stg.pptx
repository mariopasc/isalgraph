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/>
            </a:pPr>
            <a:r>
              <a:t>Graph 1, 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6583680" y="3383280"/>
            <a:ext cx="548640" cy="548640"/>
            <a:chOff x="6583680" y="3383280"/>
            <a:chExt cx="548640" cy="548640"/>
          </a:xfrm>
        </p:grpSpPr>
        <p:sp>
          <p:nvSpPr>
            <p:cNvPr id="4" name="Rectangle 3"/>
            <p:cNvSpPr/>
            <p:nvPr/>
          </p:nvSpPr>
          <p:spPr>
            <a:xfrm>
              <a:off x="6583680" y="3383280"/>
              <a:ext cx="548640" cy="548640"/>
            </a:xfrm>
            <a:prstGeom prst="rect">
              <a:avLst/>
            </a:prstGeom>
            <a:noFill/>
            <a:ln w="254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Oval 4"/>
            <p:cNvSpPr/>
            <p:nvPr/>
          </p:nvSpPr>
          <p:spPr>
            <a:xfrm>
              <a:off x="6675120" y="3474720"/>
              <a:ext cx="365760" cy="36576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t>0</a:t>
              </a:r>
            </a:p>
          </p:txBody>
        </p:sp>
      </p:grpSp>
      <p:cxnSp>
        <p:nvCxnSpPr>
          <p:cNvPr id="6" name="Connector 5"/>
          <p:cNvCxnSpPr>
            <a:stCxn id="5" idx="0"/>
            <a:endCxn id="5" idx="0"/>
          </p:cNvCxnSpPr>
          <p:nvPr/>
        </p:nvCxnSpPr>
        <p:spPr>
          <a:xfrm flipH="1" flipV="1">
            <a:off x="6858000" y="3474720"/>
            <a:ext cx="0" cy="0"/>
          </a:xfrm>
          <a:prstGeom prst="line">
            <a:avLst/>
          </a:prstGeom>
          <a:ln>
            <a:solidFill>
              <a:srgbClr val="80008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/>
            </a:pPr>
            <a:r>
              <a:t>Graph 2, v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6583680" y="3383280"/>
            <a:ext cx="548640" cy="548640"/>
            <a:chOff x="6583680" y="3383280"/>
            <a:chExt cx="548640" cy="548640"/>
          </a:xfrm>
        </p:grpSpPr>
        <p:sp>
          <p:nvSpPr>
            <p:cNvPr id="4" name="Rectangle 3"/>
            <p:cNvSpPr/>
            <p:nvPr/>
          </p:nvSpPr>
          <p:spPr>
            <a:xfrm>
              <a:off x="6583680" y="3383280"/>
              <a:ext cx="548640" cy="548640"/>
            </a:xfrm>
            <a:prstGeom prst="rect">
              <a:avLst/>
            </a:prstGeom>
            <a:noFill/>
            <a:ln w="254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Oval 4"/>
            <p:cNvSpPr/>
            <p:nvPr/>
          </p:nvSpPr>
          <p:spPr>
            <a:xfrm>
              <a:off x="6675120" y="3474720"/>
              <a:ext cx="365760" cy="36576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t>0</a:t>
              </a:r>
            </a:p>
          </p:txBody>
        </p:sp>
      </p:grpSp>
      <p:grpSp>
        <p:nvGrpSpPr>
          <p:cNvPr id="6" name="Group 5"/>
          <p:cNvGrpSpPr/>
          <p:nvPr/>
        </p:nvGrpSpPr>
        <p:grpSpPr>
          <a:xfrm>
            <a:off x="2011680" y="3383280"/>
            <a:ext cx="548640" cy="548640"/>
            <a:chOff x="2011680" y="3383280"/>
            <a:chExt cx="548640" cy="548640"/>
          </a:xfrm>
        </p:grpSpPr>
        <p:sp>
          <p:nvSpPr>
            <p:cNvPr id="7" name="Rectangle 6"/>
            <p:cNvSpPr/>
            <p:nvPr/>
          </p:nvSpPr>
          <p:spPr>
            <a:xfrm>
              <a:off x="2011680" y="3383280"/>
              <a:ext cx="548640" cy="548640"/>
            </a:xfrm>
            <a:prstGeom prst="rect">
              <a:avLst/>
            </a:prstGeom>
            <a:noFill/>
            <a:ln w="254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Oval 7"/>
            <p:cNvSpPr/>
            <p:nvPr/>
          </p:nvSpPr>
          <p:spPr>
            <a:xfrm>
              <a:off x="2103120" y="3474720"/>
              <a:ext cx="365760" cy="36576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t>1</a:t>
              </a:r>
            </a:p>
          </p:txBody>
        </p:sp>
      </p:grpSp>
      <p:cxnSp>
        <p:nvCxnSpPr>
          <p:cNvPr id="9" name="Connector 8"/>
          <p:cNvCxnSpPr>
            <a:stCxn id="5" idx="0"/>
            <a:endCxn id="8" idx="0"/>
          </p:cNvCxnSpPr>
          <p:nvPr/>
        </p:nvCxnSpPr>
        <p:spPr>
          <a:xfrm flipH="1" flipV="1">
            <a:off x="2286000" y="3474720"/>
            <a:ext cx="457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>
            <a:stCxn id="8" idx="0"/>
            <a:endCxn id="5" idx="0"/>
          </p:cNvCxnSpPr>
          <p:nvPr/>
        </p:nvCxnSpPr>
        <p:spPr>
          <a:xfrm flipV="1">
            <a:off x="2286000" y="3474720"/>
            <a:ext cx="457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>
            <a:stCxn id="5" idx="0"/>
            <a:endCxn id="8" idx="0"/>
          </p:cNvCxnSpPr>
          <p:nvPr/>
        </p:nvCxnSpPr>
        <p:spPr>
          <a:xfrm flipH="1" flipV="1">
            <a:off x="2286000" y="3474720"/>
            <a:ext cx="4572000" cy="0"/>
          </a:xfrm>
          <a:prstGeom prst="line">
            <a:avLst/>
          </a:prstGeom>
          <a:ln>
            <a:solidFill>
              <a:srgbClr val="80008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>
            <a:stCxn id="8" idx="0"/>
            <a:endCxn id="5" idx="0"/>
          </p:cNvCxnSpPr>
          <p:nvPr/>
        </p:nvCxnSpPr>
        <p:spPr>
          <a:xfrm flipV="1">
            <a:off x="2286000" y="3474720"/>
            <a:ext cx="4572000" cy="0"/>
          </a:xfrm>
          <a:prstGeom prst="line">
            <a:avLst/>
          </a:prstGeom>
          <a:ln>
            <a:solidFill>
              <a:srgbClr val="80008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/>
            </a:pPr>
            <a:r>
              <a:t>Graph 3, vv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6583680" y="3383280"/>
            <a:ext cx="548640" cy="548640"/>
            <a:chOff x="6583680" y="3383280"/>
            <a:chExt cx="548640" cy="548640"/>
          </a:xfrm>
        </p:grpSpPr>
        <p:sp>
          <p:nvSpPr>
            <p:cNvPr id="4" name="Rectangle 3"/>
            <p:cNvSpPr/>
            <p:nvPr/>
          </p:nvSpPr>
          <p:spPr>
            <a:xfrm>
              <a:off x="6583680" y="3383280"/>
              <a:ext cx="548640" cy="548640"/>
            </a:xfrm>
            <a:prstGeom prst="rect">
              <a:avLst/>
            </a:prstGeom>
            <a:noFill/>
            <a:ln w="254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Oval 4"/>
            <p:cNvSpPr/>
            <p:nvPr/>
          </p:nvSpPr>
          <p:spPr>
            <a:xfrm>
              <a:off x="6675120" y="3474720"/>
              <a:ext cx="365760" cy="36576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t>0</a:t>
              </a:r>
            </a:p>
          </p:txBody>
        </p:sp>
      </p:grpSp>
      <p:grpSp>
        <p:nvGrpSpPr>
          <p:cNvPr id="6" name="Group 5"/>
          <p:cNvGrpSpPr/>
          <p:nvPr/>
        </p:nvGrpSpPr>
        <p:grpSpPr>
          <a:xfrm>
            <a:off x="3246120" y="5454454"/>
            <a:ext cx="365760" cy="365760"/>
            <a:chOff x="3246120" y="5454454"/>
            <a:chExt cx="365760" cy="365760"/>
          </a:xfrm>
        </p:grpSpPr>
        <p:sp>
          <p:nvSpPr>
            <p:cNvPr id="7" name="Oval 6"/>
            <p:cNvSpPr/>
            <p:nvPr/>
          </p:nvSpPr>
          <p:spPr>
            <a:xfrm>
              <a:off x="3246120" y="5454454"/>
              <a:ext cx="365760" cy="36576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t>1</a:t>
              </a:r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3154679" y="1403545"/>
            <a:ext cx="548640" cy="548640"/>
            <a:chOff x="3154679" y="1403545"/>
            <a:chExt cx="548640" cy="548640"/>
          </a:xfrm>
        </p:grpSpPr>
        <p:sp>
          <p:nvSpPr>
            <p:cNvPr id="9" name="Rectangle 8"/>
            <p:cNvSpPr/>
            <p:nvPr/>
          </p:nvSpPr>
          <p:spPr>
            <a:xfrm>
              <a:off x="3154679" y="1403545"/>
              <a:ext cx="548640" cy="548640"/>
            </a:xfrm>
            <a:prstGeom prst="rect">
              <a:avLst/>
            </a:prstGeom>
            <a:noFill/>
            <a:ln w="254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Oval 9"/>
            <p:cNvSpPr/>
            <p:nvPr/>
          </p:nvSpPr>
          <p:spPr>
            <a:xfrm>
              <a:off x="3246119" y="1494985"/>
              <a:ext cx="365760" cy="36576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t>2</a:t>
              </a:r>
            </a:p>
          </p:txBody>
        </p:sp>
      </p:grpSp>
      <p:cxnSp>
        <p:nvCxnSpPr>
          <p:cNvPr id="11" name="Connector 10"/>
          <p:cNvCxnSpPr>
            <a:stCxn id="5" idx="0"/>
            <a:endCxn id="7" idx="0"/>
          </p:cNvCxnSpPr>
          <p:nvPr/>
        </p:nvCxnSpPr>
        <p:spPr>
          <a:xfrm flipH="1">
            <a:off x="3429000" y="3474720"/>
            <a:ext cx="3429000" cy="197973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>
            <a:stCxn id="5" idx="0"/>
            <a:endCxn id="10" idx="0"/>
          </p:cNvCxnSpPr>
          <p:nvPr/>
        </p:nvCxnSpPr>
        <p:spPr>
          <a:xfrm flipH="1" flipV="1">
            <a:off x="3428999" y="1494985"/>
            <a:ext cx="3429001" cy="197973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>
            <a:stCxn id="7" idx="0"/>
            <a:endCxn id="5" idx="0"/>
          </p:cNvCxnSpPr>
          <p:nvPr/>
        </p:nvCxnSpPr>
        <p:spPr>
          <a:xfrm flipV="1">
            <a:off x="3429000" y="3474720"/>
            <a:ext cx="3429000" cy="197973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>
            <a:stCxn id="10" idx="0"/>
            <a:endCxn id="5" idx="0"/>
          </p:cNvCxnSpPr>
          <p:nvPr/>
        </p:nvCxnSpPr>
        <p:spPr>
          <a:xfrm>
            <a:off x="3428999" y="1494985"/>
            <a:ext cx="3429001" cy="197973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>
            <a:stCxn id="5" idx="0"/>
            <a:endCxn id="10" idx="0"/>
          </p:cNvCxnSpPr>
          <p:nvPr/>
        </p:nvCxnSpPr>
        <p:spPr>
          <a:xfrm flipH="1" flipV="1">
            <a:off x="3428999" y="1494985"/>
            <a:ext cx="3429001" cy="1979735"/>
          </a:xfrm>
          <a:prstGeom prst="line">
            <a:avLst/>
          </a:prstGeom>
          <a:ln>
            <a:solidFill>
              <a:srgbClr val="80008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>
            <a:stCxn id="7" idx="0"/>
            <a:endCxn id="5" idx="0"/>
          </p:cNvCxnSpPr>
          <p:nvPr/>
        </p:nvCxnSpPr>
        <p:spPr>
          <a:xfrm flipV="1">
            <a:off x="3429000" y="3474720"/>
            <a:ext cx="3429000" cy="1979734"/>
          </a:xfrm>
          <a:prstGeom prst="line">
            <a:avLst/>
          </a:prstGeom>
          <a:ln>
            <a:solidFill>
              <a:srgbClr val="80008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>
            <a:stCxn id="10" idx="0"/>
            <a:endCxn id="7" idx="0"/>
          </p:cNvCxnSpPr>
          <p:nvPr/>
        </p:nvCxnSpPr>
        <p:spPr>
          <a:xfrm>
            <a:off x="3428999" y="1494985"/>
            <a:ext cx="1" cy="3959469"/>
          </a:xfrm>
          <a:prstGeom prst="line">
            <a:avLst/>
          </a:prstGeom>
          <a:ln>
            <a:solidFill>
              <a:srgbClr val="80008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/>
            </a:pPr>
            <a:r>
              <a:t>Graph 4, vvc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6583680" y="3383280"/>
            <a:ext cx="548640" cy="548640"/>
            <a:chOff x="6583680" y="3383280"/>
            <a:chExt cx="548640" cy="548640"/>
          </a:xfrm>
        </p:grpSpPr>
        <p:sp>
          <p:nvSpPr>
            <p:cNvPr id="4" name="Rectangle 3"/>
            <p:cNvSpPr/>
            <p:nvPr/>
          </p:nvSpPr>
          <p:spPr>
            <a:xfrm>
              <a:off x="6583680" y="3383280"/>
              <a:ext cx="548640" cy="548640"/>
            </a:xfrm>
            <a:prstGeom prst="rect">
              <a:avLst/>
            </a:prstGeom>
            <a:noFill/>
            <a:ln w="254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Oval 4"/>
            <p:cNvSpPr/>
            <p:nvPr/>
          </p:nvSpPr>
          <p:spPr>
            <a:xfrm>
              <a:off x="6675120" y="3474720"/>
              <a:ext cx="365760" cy="36576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t>0</a:t>
              </a:r>
            </a:p>
          </p:txBody>
        </p:sp>
      </p:grpSp>
      <p:grpSp>
        <p:nvGrpSpPr>
          <p:cNvPr id="6" name="Group 5"/>
          <p:cNvGrpSpPr/>
          <p:nvPr/>
        </p:nvGrpSpPr>
        <p:grpSpPr>
          <a:xfrm>
            <a:off x="3246120" y="5454454"/>
            <a:ext cx="365760" cy="365760"/>
            <a:chOff x="3246120" y="5454454"/>
            <a:chExt cx="365760" cy="365760"/>
          </a:xfrm>
        </p:grpSpPr>
        <p:sp>
          <p:nvSpPr>
            <p:cNvPr id="7" name="Oval 6"/>
            <p:cNvSpPr/>
            <p:nvPr/>
          </p:nvSpPr>
          <p:spPr>
            <a:xfrm>
              <a:off x="3246120" y="5454454"/>
              <a:ext cx="365760" cy="36576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t>1</a:t>
              </a:r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3154679" y="1403545"/>
            <a:ext cx="548640" cy="548640"/>
            <a:chOff x="3154679" y="1403545"/>
            <a:chExt cx="548640" cy="548640"/>
          </a:xfrm>
        </p:grpSpPr>
        <p:sp>
          <p:nvSpPr>
            <p:cNvPr id="9" name="Rectangle 8"/>
            <p:cNvSpPr/>
            <p:nvPr/>
          </p:nvSpPr>
          <p:spPr>
            <a:xfrm>
              <a:off x="3154679" y="1403545"/>
              <a:ext cx="548640" cy="548640"/>
            </a:xfrm>
            <a:prstGeom prst="rect">
              <a:avLst/>
            </a:prstGeom>
            <a:noFill/>
            <a:ln w="254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Oval 9"/>
            <p:cNvSpPr/>
            <p:nvPr/>
          </p:nvSpPr>
          <p:spPr>
            <a:xfrm>
              <a:off x="3246119" y="1494985"/>
              <a:ext cx="365760" cy="36576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t>2</a:t>
              </a:r>
            </a:p>
          </p:txBody>
        </p:sp>
      </p:grpSp>
      <p:cxnSp>
        <p:nvCxnSpPr>
          <p:cNvPr id="11" name="Connector 10"/>
          <p:cNvCxnSpPr>
            <a:stCxn id="5" idx="0"/>
            <a:endCxn id="5" idx="0"/>
          </p:cNvCxnSpPr>
          <p:nvPr/>
        </p:nvCxnSpPr>
        <p:spPr>
          <a:xfrm flipH="1" flipV="1">
            <a:off x="6858000" y="3474720"/>
            <a:ext cx="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>
            <a:stCxn id="5" idx="0"/>
            <a:endCxn id="7" idx="0"/>
          </p:cNvCxnSpPr>
          <p:nvPr/>
        </p:nvCxnSpPr>
        <p:spPr>
          <a:xfrm flipH="1">
            <a:off x="3429000" y="3474720"/>
            <a:ext cx="3429000" cy="197973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>
            <a:stCxn id="5" idx="0"/>
            <a:endCxn id="10" idx="0"/>
          </p:cNvCxnSpPr>
          <p:nvPr/>
        </p:nvCxnSpPr>
        <p:spPr>
          <a:xfrm flipH="1" flipV="1">
            <a:off x="3428999" y="1494985"/>
            <a:ext cx="3429001" cy="197973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>
            <a:stCxn id="7" idx="0"/>
            <a:endCxn id="5" idx="0"/>
          </p:cNvCxnSpPr>
          <p:nvPr/>
        </p:nvCxnSpPr>
        <p:spPr>
          <a:xfrm flipV="1">
            <a:off x="3429000" y="3474720"/>
            <a:ext cx="3429000" cy="197973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>
            <a:stCxn id="10" idx="0"/>
            <a:endCxn id="5" idx="0"/>
          </p:cNvCxnSpPr>
          <p:nvPr/>
        </p:nvCxnSpPr>
        <p:spPr>
          <a:xfrm>
            <a:off x="3428999" y="1494985"/>
            <a:ext cx="3429001" cy="197973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>
            <a:stCxn id="5" idx="0"/>
            <a:endCxn id="10" idx="0"/>
          </p:cNvCxnSpPr>
          <p:nvPr/>
        </p:nvCxnSpPr>
        <p:spPr>
          <a:xfrm flipH="1" flipV="1">
            <a:off x="3428999" y="1494985"/>
            <a:ext cx="3429001" cy="1979735"/>
          </a:xfrm>
          <a:prstGeom prst="line">
            <a:avLst/>
          </a:prstGeom>
          <a:ln>
            <a:solidFill>
              <a:srgbClr val="80008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>
            <a:stCxn id="7" idx="0"/>
            <a:endCxn id="5" idx="0"/>
          </p:cNvCxnSpPr>
          <p:nvPr/>
        </p:nvCxnSpPr>
        <p:spPr>
          <a:xfrm flipV="1">
            <a:off x="3429000" y="3474720"/>
            <a:ext cx="3429000" cy="1979734"/>
          </a:xfrm>
          <a:prstGeom prst="line">
            <a:avLst/>
          </a:prstGeom>
          <a:ln>
            <a:solidFill>
              <a:srgbClr val="80008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>
            <a:stCxn id="10" idx="0"/>
            <a:endCxn id="7" idx="0"/>
          </p:cNvCxnSpPr>
          <p:nvPr/>
        </p:nvCxnSpPr>
        <p:spPr>
          <a:xfrm>
            <a:off x="3428999" y="1494985"/>
            <a:ext cx="1" cy="3959469"/>
          </a:xfrm>
          <a:prstGeom prst="line">
            <a:avLst/>
          </a:prstGeom>
          <a:ln>
            <a:solidFill>
              <a:srgbClr val="80008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