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Graph 1,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583680" y="3383280"/>
            <a:ext cx="548640" cy="548640"/>
            <a:chOff x="6583680" y="3383280"/>
            <a:chExt cx="548640" cy="548640"/>
          </a:xfrm>
        </p:grpSpPr>
        <p:sp>
          <p:nvSpPr>
            <p:cNvPr id="4" name="Rectangle 3"/>
            <p:cNvSpPr/>
            <p:nvPr/>
          </p:nvSpPr>
          <p:spPr>
            <a:xfrm>
              <a:off x="6583680" y="3383280"/>
              <a:ext cx="548640" cy="54864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675120" y="3474720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0</a:t>
              </a:r>
            </a:p>
          </p:txBody>
        </p:sp>
      </p:grpSp>
      <p:cxnSp>
        <p:nvCxnSpPr>
          <p:cNvPr id="6" name="Connector 5"/>
          <p:cNvCxnSpPr>
            <a:stCxn id="5" idx="0"/>
            <a:endCxn id="5" idx="0"/>
          </p:cNvCxnSpPr>
          <p:nvPr/>
        </p:nvCxnSpPr>
        <p:spPr>
          <a:xfrm flipH="1" flipV="1">
            <a:off x="6858000" y="3474720"/>
            <a:ext cx="0" cy="0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Graph 2, PV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583680" y="3383280"/>
            <a:ext cx="548640" cy="548640"/>
            <a:chOff x="6583680" y="3383280"/>
            <a:chExt cx="548640" cy="548640"/>
          </a:xfrm>
        </p:grpSpPr>
        <p:sp>
          <p:nvSpPr>
            <p:cNvPr id="4" name="Rectangle 3"/>
            <p:cNvSpPr/>
            <p:nvPr/>
          </p:nvSpPr>
          <p:spPr>
            <a:xfrm>
              <a:off x="6583680" y="3383280"/>
              <a:ext cx="548640" cy="54864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675120" y="3474720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011680" y="3383280"/>
            <a:ext cx="548640" cy="548640"/>
            <a:chOff x="2011680" y="3383280"/>
            <a:chExt cx="548640" cy="548640"/>
          </a:xfrm>
        </p:grpSpPr>
        <p:sp>
          <p:nvSpPr>
            <p:cNvPr id="7" name="Rectangle 6"/>
            <p:cNvSpPr/>
            <p:nvPr/>
          </p:nvSpPr>
          <p:spPr>
            <a:xfrm>
              <a:off x="2011680" y="3383280"/>
              <a:ext cx="548640" cy="548640"/>
            </a:xfrm>
            <a:prstGeom prst="rect">
              <a:avLst/>
            </a:prstGeom>
            <a:noFill/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103120" y="3474720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1</a:t>
              </a:r>
            </a:p>
          </p:txBody>
        </p:sp>
      </p:grpSp>
      <p:cxnSp>
        <p:nvCxnSpPr>
          <p:cNvPr id="9" name="Connector 8"/>
          <p:cNvCxnSpPr>
            <a:stCxn id="5" idx="0"/>
            <a:endCxn id="8" idx="0"/>
          </p:cNvCxnSpPr>
          <p:nvPr/>
        </p:nvCxnSpPr>
        <p:spPr>
          <a:xfrm flipH="1" flipV="1">
            <a:off x="2286000" y="3474720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8" idx="0"/>
            <a:endCxn id="5" idx="0"/>
          </p:cNvCxnSpPr>
          <p:nvPr/>
        </p:nvCxnSpPr>
        <p:spPr>
          <a:xfrm flipV="1">
            <a:off x="2286000" y="3474720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0"/>
            <a:endCxn id="8" idx="0"/>
          </p:cNvCxnSpPr>
          <p:nvPr/>
        </p:nvCxnSpPr>
        <p:spPr>
          <a:xfrm flipH="1" flipV="1">
            <a:off x="2286000" y="3474720"/>
            <a:ext cx="4572000" cy="0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8" idx="0"/>
            <a:endCxn id="5" idx="0"/>
          </p:cNvCxnSpPr>
          <p:nvPr/>
        </p:nvCxnSpPr>
        <p:spPr>
          <a:xfrm flipV="1">
            <a:off x="2286000" y="3474720"/>
            <a:ext cx="4572000" cy="0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Graph 3, PVPPV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583680" y="3383280"/>
            <a:ext cx="548640" cy="548640"/>
            <a:chOff x="6583680" y="3383280"/>
            <a:chExt cx="548640" cy="548640"/>
          </a:xfrm>
        </p:grpSpPr>
        <p:sp>
          <p:nvSpPr>
            <p:cNvPr id="4" name="Rectangle 3"/>
            <p:cNvSpPr/>
            <p:nvPr/>
          </p:nvSpPr>
          <p:spPr>
            <a:xfrm>
              <a:off x="6583680" y="3383280"/>
              <a:ext cx="548640" cy="54864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675120" y="3474720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246120" y="5454454"/>
            <a:ext cx="365760" cy="365760"/>
            <a:chOff x="3246120" y="5454454"/>
            <a:chExt cx="365760" cy="365760"/>
          </a:xfrm>
        </p:grpSpPr>
        <p:sp>
          <p:nvSpPr>
            <p:cNvPr id="7" name="Oval 6"/>
            <p:cNvSpPr/>
            <p:nvPr/>
          </p:nvSpPr>
          <p:spPr>
            <a:xfrm>
              <a:off x="3246120" y="5454454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1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154679" y="1403545"/>
            <a:ext cx="548640" cy="548640"/>
            <a:chOff x="3154679" y="1403545"/>
            <a:chExt cx="548640" cy="548640"/>
          </a:xfrm>
        </p:grpSpPr>
        <p:sp>
          <p:nvSpPr>
            <p:cNvPr id="9" name="Rectangle 8"/>
            <p:cNvSpPr/>
            <p:nvPr/>
          </p:nvSpPr>
          <p:spPr>
            <a:xfrm>
              <a:off x="3154679" y="1403545"/>
              <a:ext cx="548640" cy="548640"/>
            </a:xfrm>
            <a:prstGeom prst="rect">
              <a:avLst/>
            </a:prstGeom>
            <a:noFill/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246119" y="1494985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2</a:t>
              </a:r>
            </a:p>
          </p:txBody>
        </p:sp>
      </p:grpSp>
      <p:cxnSp>
        <p:nvCxnSpPr>
          <p:cNvPr id="11" name="Connector 10"/>
          <p:cNvCxnSpPr>
            <a:stCxn id="5" idx="0"/>
            <a:endCxn id="7" idx="0"/>
          </p:cNvCxnSpPr>
          <p:nvPr/>
        </p:nvCxnSpPr>
        <p:spPr>
          <a:xfrm flipH="1">
            <a:off x="3429000" y="3474720"/>
            <a:ext cx="3429000" cy="1979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5" idx="0"/>
            <a:endCxn id="10" idx="0"/>
          </p:cNvCxnSpPr>
          <p:nvPr/>
        </p:nvCxnSpPr>
        <p:spPr>
          <a:xfrm flipH="1" flipV="1">
            <a:off x="3428999" y="1494985"/>
            <a:ext cx="3429001" cy="1979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7" idx="0"/>
            <a:endCxn id="5" idx="0"/>
          </p:cNvCxnSpPr>
          <p:nvPr/>
        </p:nvCxnSpPr>
        <p:spPr>
          <a:xfrm flipV="1">
            <a:off x="3429000" y="3474720"/>
            <a:ext cx="3429000" cy="1979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10" idx="0"/>
            <a:endCxn id="5" idx="0"/>
          </p:cNvCxnSpPr>
          <p:nvPr/>
        </p:nvCxnSpPr>
        <p:spPr>
          <a:xfrm>
            <a:off x="3428999" y="1494985"/>
            <a:ext cx="3429001" cy="1979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5" idx="0"/>
            <a:endCxn id="10" idx="0"/>
          </p:cNvCxnSpPr>
          <p:nvPr/>
        </p:nvCxnSpPr>
        <p:spPr>
          <a:xfrm flipH="1" flipV="1">
            <a:off x="3428999" y="1494985"/>
            <a:ext cx="3429001" cy="1979735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7" idx="0"/>
            <a:endCxn id="5" idx="0"/>
          </p:cNvCxnSpPr>
          <p:nvPr/>
        </p:nvCxnSpPr>
        <p:spPr>
          <a:xfrm flipV="1">
            <a:off x="3429000" y="3474720"/>
            <a:ext cx="3429000" cy="1979734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10" idx="0"/>
            <a:endCxn id="7" idx="0"/>
          </p:cNvCxnSpPr>
          <p:nvPr/>
        </p:nvCxnSpPr>
        <p:spPr>
          <a:xfrm>
            <a:off x="3428999" y="1494985"/>
            <a:ext cx="1" cy="3959469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